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533350" y="502920"/>
            <a:ext cx="5661442" cy="6035040"/>
          </a:xfrm>
          <a:prstGeom prst="rect">
            <a:avLst/>
          </a:prstGeom>
        </p:spPr>
      </p:pic>
      <p:pic>
        <p:nvPicPr>
          <p:cNvPr id="3" name="Image 1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436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2768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572768" y="896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Evaluation Report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22960" y="31089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Full Stack Developer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200" dirty="0"/>
          </a:p>
        </p:txBody>
      </p:sp>
      <p:sp>
        <p:nvSpPr>
          <p:cNvPr id="8" name="Shape 4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7A193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303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Kumar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2410031595   ·   B.Tech CSE   ·   Batch 2026–27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pic>
        <p:nvPicPr>
          <p:cNvPr id="4" name="Image 0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9955256" y="4476902"/>
            <a:ext cx="3602736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2880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33375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17320" y="3337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37947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3794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1792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1228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17920" y="24231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1228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17920" y="28803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812280" y="2880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17920" y="33375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12280" y="3337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17920" y="3794760"/>
            <a:ext cx="489204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12280" y="3794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Industry-Aligned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3000" dirty="0"/>
          </a:p>
        </p:txBody>
      </p:sp>
      <p:pic>
        <p:nvPicPr>
          <p:cNvPr id="4" name="Image 0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10274355" y="4817059"/>
            <a:ext cx="3088059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virtual internship organised under the National Internship Portal, Ministry of Education, delivered in partnership with AICTE and EduSkills Academy — focused on building practical, industry-relevant skills in full stack Java development across both front-end and back-end technologies.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526280"/>
            <a:ext cx="0" cy="384048"/>
          </a:xfrm>
          <a:prstGeom prst="line">
            <a:avLst/>
          </a:prstGeom>
          <a:noFill/>
          <a:ln w="31750">
            <a:solidFill>
              <a:srgbClr val="7A19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4714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44714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0" cy="384048"/>
          </a:xfrm>
          <a:prstGeom prst="line">
            <a:avLst/>
          </a:prstGeom>
          <a:noFill/>
          <a:ln w="31750">
            <a:solidFill>
              <a:srgbClr val="7A19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50200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0" y="50200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– October 2026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5623560"/>
            <a:ext cx="0" cy="384048"/>
          </a:xfrm>
          <a:prstGeom prst="line">
            <a:avLst/>
          </a:prstGeom>
          <a:noFill/>
          <a:ln w="31750">
            <a:solidFill>
              <a:srgbClr val="7A19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55686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55686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Virtual Internship — Grade P (Pass)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Organization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Delivered the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Council for Technical Education, Ministry of Education — program authority via the National Internship Portal.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29100" y="1965960"/>
            <a:ext cx="0" cy="374904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Internship Portal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0" y="288036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platform connecting students to structured, verified virtual internship programs.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5260" y="1965960"/>
            <a:ext cx="0" cy="374904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Academy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0" y="288036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“Nation Building Through Skills” — designs and delivers the industry-aligned Java full stack curriculum.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Theory and Practice</a:t>
            </a:r>
            <a:endParaRPr lang="en-US" sz="3000" dirty="0"/>
          </a:p>
        </p:txBody>
      </p:sp>
      <p:pic>
        <p:nvPicPr>
          <p:cNvPr id="4" name="Image 0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10167989" y="4703674"/>
            <a:ext cx="3259618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377440"/>
            <a:ext cx="54864" cy="777240"/>
          </a:xfrm>
          <a:prstGeom prst="rect">
            <a:avLst/>
          </a:prstGeom>
          <a:solidFill>
            <a:srgbClr val="D9DCE1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3317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engineering graduates carry strong theoretical knowledge but limited hands-on experience building complete, end-to-end web applications.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3520440"/>
            <a:ext cx="54864" cy="777240"/>
          </a:xfrm>
          <a:prstGeom prst="rect">
            <a:avLst/>
          </a:prstGeom>
          <a:solidFill>
            <a:srgbClr val="7A1930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4747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this gap through guided development of a full stack application — spanning front-end interfaces, back-end logic, and database integration.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4663440"/>
            <a:ext cx="54864" cy="777240"/>
          </a:xfrm>
          <a:prstGeom prst="rect">
            <a:avLst/>
          </a:prstGeom>
          <a:solidFill>
            <a:srgbClr val="D9DCE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6177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close the distance between classroom learning and industry-ready development skills, using Java-based tools and frameworks throughout.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· 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20824"/>
            <a:ext cx="100584" cy="100584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89280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practical, hands-on experience developing full stack web applications using Java-based technologies.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98064"/>
            <a:ext cx="100584" cy="100584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7004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front-end fundamentals — HTML, CSS, JavaScript — alongside back-end development in Java.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575304"/>
            <a:ext cx="100584" cy="100584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4728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connect, and query relational databases as part of a complete application stack.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352544"/>
            <a:ext cx="100584" cy="100584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2452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a working full stack project following industry-standard practices.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5129784"/>
            <a:ext cx="100584" cy="100584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00176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problem-solving and debugging skills relevant to real-world software engineering roles.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Scope of 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&amp; Out of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23744"/>
            <a:ext cx="91440" cy="91440"/>
          </a:xfrm>
          <a:prstGeom prst="ellipse">
            <a:avLst/>
          </a:prstGeom>
          <a:solidFill>
            <a:srgbClr val="142B4F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377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interface, server-side logic, and persistent data storage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392424"/>
            <a:ext cx="91440" cy="91440"/>
          </a:xfrm>
          <a:prstGeom prst="ellipse">
            <a:avLst/>
          </a:prstGeom>
          <a:solidFill>
            <a:srgbClr val="142B4F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3246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8-week curriculum with modules, assignments, and assessments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261104"/>
            <a:ext cx="91440" cy="91440"/>
          </a:xfrm>
          <a:prstGeom prst="ellipse">
            <a:avLst/>
          </a:prstGeom>
          <a:solidFill>
            <a:srgbClr val="142B4F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sample projects provided under the internship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0" cy="393192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2523744"/>
            <a:ext cx="91440" cy="91440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2377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live production systems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3392424"/>
            <a:ext cx="91440" cy="91440"/>
          </a:xfrm>
          <a:prstGeom prst="ellipse">
            <a:avLst/>
          </a:prstGeom>
          <a:solidFill>
            <a:srgbClr val="7A1930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3246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any organisation's proprietary codebase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· Technologies &amp; Tools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Stack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93976"/>
            <a:ext cx="146304" cy="146304"/>
          </a:xfrm>
          <a:prstGeom prst="diamond">
            <a:avLst/>
          </a:prstGeom>
          <a:solidFill>
            <a:srgbClr val="142B4F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0" y="1965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back-end application development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24328"/>
            <a:ext cx="10241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71216"/>
            <a:ext cx="146304" cy="146304"/>
          </a:xfrm>
          <a:prstGeom prst="diamond">
            <a:avLst/>
          </a:prstGeom>
          <a:solidFill>
            <a:srgbClr val="7A1930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· CSS · JavaScript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27432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front-end user interfaces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01568"/>
            <a:ext cx="10241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48456"/>
            <a:ext cx="146304" cy="146304"/>
          </a:xfrm>
          <a:prstGeom prst="diamond">
            <a:avLst/>
          </a:prstGeom>
          <a:solidFill>
            <a:srgbClr val="142B4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/ Spring Boot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35204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REST APIs and business logic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78808"/>
            <a:ext cx="10241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25696"/>
            <a:ext cx="146304" cy="146304"/>
          </a:xfrm>
          <a:prstGeom prst="diamond">
            <a:avLst/>
          </a:prstGeom>
          <a:solidFill>
            <a:srgbClr val="7A1930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(Relational DB)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42976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modelling, storage, and querying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956048"/>
            <a:ext cx="10241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202936"/>
            <a:ext cx="146304" cy="146304"/>
          </a:xfrm>
          <a:prstGeom prst="diamond">
            <a:avLst/>
          </a:prstGeom>
          <a:solidFill>
            <a:srgbClr val="142B4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74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&amp; Version Control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50749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testing, and managing project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·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Full Stack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1965960"/>
            <a:ext cx="6949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2441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— user interface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D9D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0" cy="502920"/>
          </a:xfrm>
          <a:prstGeom prst="line">
            <a:avLst/>
          </a:prstGeom>
          <a:noFill/>
          <a:ln w="19050">
            <a:solidFill>
              <a:srgbClr val="7A1930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2103120" y="3429000"/>
            <a:ext cx="6949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39044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 / Spring Boot — business logic &amp; REST APIs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D9D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577840" y="4389120"/>
            <a:ext cx="0" cy="502920"/>
          </a:xfrm>
          <a:prstGeom prst="line">
            <a:avLst/>
          </a:prstGeom>
          <a:noFill/>
          <a:ln w="19050">
            <a:solidFill>
              <a:srgbClr val="7A1930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2103120" y="4892040"/>
            <a:ext cx="6949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53675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(SQL) — persistent storage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489204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D9D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communicate through well-defined REST API endpoints, following the client–server model.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Project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1832" y="2084832"/>
            <a:ext cx="0" cy="3566160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37744" cy="237744"/>
          </a:xfrm>
          <a:prstGeom prst="ellipse">
            <a:avLst/>
          </a:prstGeom>
          <a:solidFill>
            <a:srgbClr val="7A19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1865376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structured learning modules on front-end basics, Java fundamentals, and full stack concepts.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79192"/>
            <a:ext cx="237744" cy="237744"/>
          </a:xfrm>
          <a:prstGeom prst="ellipse">
            <a:avLst/>
          </a:prstGeom>
          <a:solidFill>
            <a:srgbClr val="7A19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578608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front-end interface using HTML, CSS, and JavaScript.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392424"/>
            <a:ext cx="237744" cy="237744"/>
          </a:xfrm>
          <a:prstGeom prst="ellipse">
            <a:avLst/>
          </a:prstGeom>
          <a:solidFill>
            <a:srgbClr val="7A19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329184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back-end services and REST APIs using Java and Spring Boot.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105656"/>
            <a:ext cx="237744" cy="237744"/>
          </a:xfrm>
          <a:prstGeom prst="ellipse">
            <a:avLst/>
          </a:prstGeom>
          <a:solidFill>
            <a:srgbClr val="7A19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400507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database schema and integrated it with the back-end application.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18888"/>
            <a:ext cx="237744" cy="237744"/>
          </a:xfrm>
          <a:prstGeom prst="ellipse">
            <a:avLst/>
          </a:prstGeom>
          <a:solidFill>
            <a:srgbClr val="7A19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4718304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debugged the application across front-end, back-end, and database layers.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532120"/>
            <a:ext cx="237744" cy="237744"/>
          </a:xfrm>
          <a:prstGeom prst="ellipse">
            <a:avLst/>
          </a:prstGeom>
          <a:solidFill>
            <a:srgbClr val="7A19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5431536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assignments via the National Internship Portal for evaluation and certification.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· Expected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Results Achieved</a:t>
            </a:r>
            <a:endParaRPr lang="en-US" sz="3000" dirty="0"/>
          </a:p>
        </p:txBody>
      </p:sp>
      <p:pic>
        <p:nvPicPr>
          <p:cNvPr id="4" name="Image 0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10274355" y="4817059"/>
            <a:ext cx="3088059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Fluency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640080" cy="0"/>
          </a:xfrm>
          <a:prstGeom prst="line">
            <a:avLst/>
          </a:prstGeom>
          <a:noFill/>
          <a:ln w="25400">
            <a:solidFill>
              <a:srgbClr val="7A19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606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understanding of Java development across front-end, back-end, and database layers.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2468880"/>
            <a:ext cx="640080" cy="0"/>
          </a:xfrm>
          <a:prstGeom prst="line">
            <a:avLst/>
          </a:prstGeom>
          <a:noFill/>
          <a:ln w="25400">
            <a:solidFill>
              <a:srgbClr val="7A19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606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the Spring / Spring Boot framework and REST API design.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Discipline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434840"/>
            <a:ext cx="640080" cy="0"/>
          </a:xfrm>
          <a:prstGeom prst="line">
            <a:avLst/>
          </a:prstGeom>
          <a:noFill/>
          <a:ln w="25400">
            <a:solidFill>
              <a:srgbClr val="7A19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72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problem-solving skills applicable to real-world software projects.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7920" y="3977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4434840"/>
            <a:ext cx="640080" cy="0"/>
          </a:xfrm>
          <a:prstGeom prst="line">
            <a:avLst/>
          </a:prstGeom>
          <a:noFill/>
          <a:ln w="25400">
            <a:solidFill>
              <a:srgbClr val="7A19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4572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Virtual Internship (Grade P) jointly issued by AICTE and EduSkills Academy.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 · Certificate of Completion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Virtual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73883" y="1728216"/>
            <a:ext cx="3441187" cy="4818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177800" dist="38100" dir="5400000">
              <a:srgbClr val="1F2328">
                <a:alpha val="18000"/>
              </a:srgbClr>
            </a:outerShdw>
          </a:effectLst>
        </p:spPr>
      </p:sp>
      <p:pic>
        <p:nvPicPr>
          <p:cNvPr id="5" name="Image 0" descr="/home/claude/unpacked/word/media/26d57b58fae5df679e1155f4f385e7a02338a7c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8747" y="1783080"/>
            <a:ext cx="3331459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word/media/85e0c69f588ac5387122cb375b3d7dc9872c23e5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914400" y="914400"/>
            <a:ext cx="5318325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0" y="2651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794760" y="3703320"/>
            <a:ext cx="2011680" cy="0"/>
          </a:xfrm>
          <a:prstGeom prst="line">
            <a:avLst/>
          </a:prstGeom>
          <a:noFill/>
          <a:ln w="31750">
            <a:solidFill>
              <a:srgbClr val="7A193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74904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Virtual Internship — Questions &amp; Discussion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49040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Kumar   ·   2410031595   · 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2026-09-26T15:29:01Z</dcterms:created>
  <dcterms:modified xsi:type="dcterms:W3CDTF">2026-09-26T15:29:01Z</dcterms:modified>
</cp:coreProperties>
</file>